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9" r:id="rId3"/>
    <p:sldId id="307" r:id="rId5"/>
    <p:sldId id="309" r:id="rId6"/>
    <p:sldId id="33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8320" autoAdjust="0"/>
  </p:normalViewPr>
  <p:slideViewPr>
    <p:cSldViewPr snapToGrid="0">
      <p:cViewPr varScale="1">
        <p:scale>
          <a:sx n="102" d="100"/>
          <a:sy n="102" d="100"/>
        </p:scale>
        <p:origin x="1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705BFC-138A-4582-88D2-A07C6815F35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CF71E2-225C-442D-843A-839F4B6DC37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CF71E2-225C-442D-843A-839F4B6DC3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CF71E2-225C-442D-843A-839F4B6DC3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CF71E2-225C-442D-843A-839F4B6DC3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E0E00-B9A0-4EF6-8F71-C488830CADF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85B31-FFC9-45B3-BA7B-B260DC255B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E0E00-B9A0-4EF6-8F71-C488830CADF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85B31-FFC9-45B3-BA7B-B260DC255B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E0E00-B9A0-4EF6-8F71-C488830CADF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85B31-FFC9-45B3-BA7B-B260DC255B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E0E00-B9A0-4EF6-8F71-C488830CADF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85B31-FFC9-45B3-BA7B-B260DC255B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E0E00-B9A0-4EF6-8F71-C488830CADF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85B31-FFC9-45B3-BA7B-B260DC255B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E0E00-B9A0-4EF6-8F71-C488830CADF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85B31-FFC9-45B3-BA7B-B260DC255B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E0E00-B9A0-4EF6-8F71-C488830CADF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85B31-FFC9-45B3-BA7B-B260DC255B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E0E00-B9A0-4EF6-8F71-C488830CADF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85B31-FFC9-45B3-BA7B-B260DC255B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E0E00-B9A0-4EF6-8F71-C488830CADF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85B31-FFC9-45B3-BA7B-B260DC255B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E0E00-B9A0-4EF6-8F71-C488830CADF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85B31-FFC9-45B3-BA7B-B260DC255B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E0E00-B9A0-4EF6-8F71-C488830CADF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85B31-FFC9-45B3-BA7B-B260DC255B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 l="-27000" r="-2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DE0E00-B9A0-4EF6-8F71-C488830CADF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E85B31-FFC9-45B3-BA7B-B260DC255BE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0" y="1564105"/>
            <a:ext cx="12192000" cy="4078706"/>
            <a:chOff x="0" y="1564105"/>
            <a:chExt cx="12192000" cy="4078706"/>
          </a:xfrm>
        </p:grpSpPr>
        <p:sp>
          <p:nvSpPr>
            <p:cNvPr id="2" name="矩形 1"/>
            <p:cNvSpPr/>
            <p:nvPr/>
          </p:nvSpPr>
          <p:spPr>
            <a:xfrm>
              <a:off x="0" y="1564105"/>
              <a:ext cx="12192000" cy="4078706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2042228" y="2220780"/>
              <a:ext cx="8106410" cy="2892425"/>
              <a:chOff x="2042228" y="2220780"/>
              <a:chExt cx="8106410" cy="2892425"/>
            </a:xfrm>
          </p:grpSpPr>
          <p:sp>
            <p:nvSpPr>
              <p:cNvPr id="3" name="文本框 2"/>
              <p:cNvSpPr txBox="1"/>
              <p:nvPr/>
            </p:nvSpPr>
            <p:spPr>
              <a:xfrm>
                <a:off x="4940073" y="2220780"/>
                <a:ext cx="2311851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4000" dirty="0">
                    <a:solidFill>
                      <a:schemeClr val="bg2">
                        <a:lumMod val="25000"/>
                      </a:schemeClr>
                    </a:solidFill>
                    <a:latin typeface="字魂59号-创粗黑" panose="00000500000000000000" pitchFamily="2" charset="-122"/>
                    <a:ea typeface="字魂59号-创粗黑" panose="00000500000000000000" pitchFamily="2" charset="-122"/>
                  </a:rPr>
                  <a:t>PART ONE</a:t>
                </a:r>
                <a:endParaRPr lang="zh-CN" altLang="en-US" sz="4000" dirty="0">
                  <a:solidFill>
                    <a:schemeClr val="bg2">
                      <a:lumMod val="25000"/>
                    </a:schemeClr>
                  </a:solidFill>
                  <a:latin typeface="字魂59号-创粗黑" panose="00000500000000000000" pitchFamily="2" charset="-122"/>
                  <a:ea typeface="字魂59号-创粗黑" panose="00000500000000000000" pitchFamily="2" charset="-122"/>
                </a:endParaRPr>
              </a:p>
            </p:txBody>
          </p:sp>
          <p:sp>
            <p:nvSpPr>
              <p:cNvPr id="5" name="文本框 4"/>
              <p:cNvSpPr txBox="1"/>
              <p:nvPr/>
            </p:nvSpPr>
            <p:spPr>
              <a:xfrm>
                <a:off x="2042228" y="2806250"/>
                <a:ext cx="8106410" cy="2306955"/>
              </a:xfrm>
              <a:prstGeom prst="rect">
                <a:avLst/>
              </a:prstGeom>
              <a:noFill/>
              <a:effectLst>
                <a:outerShdw dir="5400000" algn="ctr" rotWithShape="0">
                  <a:srgbClr val="000000">
                    <a:alpha val="43137"/>
                  </a:srgbClr>
                </a:outerShdw>
              </a:effectLst>
            </p:spPr>
            <p:txBody>
              <a:bodyPr vert="horz"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zh-CN" sz="4800">
                    <a:sym typeface="+mn-ea"/>
                  </a:rPr>
                  <a:t>中美关系挑战及对策：经济</a:t>
                </a:r>
                <a:endParaRPr lang="zh-CN" altLang="zh-CN" sz="4800"/>
              </a:p>
              <a:p>
                <a:pPr>
                  <a:lnSpc>
                    <a:spcPct val="150000"/>
                  </a:lnSpc>
                </a:pPr>
                <a:endParaRPr lang="zh-CN" altLang="en-US" sz="4800" dirty="0">
                  <a:solidFill>
                    <a:schemeClr val="bg2">
                      <a:lumMod val="25000"/>
                    </a:schemeClr>
                  </a:solidFill>
                  <a:latin typeface="字魂59号-创粗黑" panose="00000500000000000000" pitchFamily="2" charset="-122"/>
                  <a:ea typeface="字魂59号-创粗黑" panose="00000500000000000000" pitchFamily="2" charset="-122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/>
              <a:t>中美关系</a:t>
            </a:r>
            <a:endParaRPr lang="zh-CN" altLang="en-US" b="1"/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2919095" y="1691005"/>
            <a:ext cx="7886065" cy="497967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p>
            <a:r>
              <a:rPr lang="zh-CN" altLang="en-US" sz="4800" b="1"/>
              <a:t>对中国的消极影响</a:t>
            </a:r>
            <a:endParaRPr lang="zh-CN" altLang="en-US" sz="4800" b="1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3600"/>
              <a:t>中国“威胁论”在美国日益盛行</a:t>
            </a:r>
            <a:endParaRPr lang="zh-CN" altLang="en-US" sz="3600"/>
          </a:p>
          <a:p>
            <a:r>
              <a:rPr lang="zh-CN" altLang="en-US" sz="3600"/>
              <a:t>对中国出口有较大限制</a:t>
            </a:r>
            <a:endParaRPr lang="zh-CN" altLang="en-US" sz="3600"/>
          </a:p>
          <a:p>
            <a:r>
              <a:rPr lang="zh-CN" altLang="en-US" sz="3600"/>
              <a:t>各种制裁政策破坏了中美间正常贸易</a:t>
            </a:r>
            <a:endParaRPr lang="zh-CN" altLang="en-US" sz="3600"/>
          </a:p>
          <a:p>
            <a:r>
              <a:rPr lang="zh-CN" altLang="en-US" sz="3600"/>
              <a:t>美国所谓的知识产权保护</a:t>
            </a:r>
            <a:endParaRPr lang="zh-CN" altLang="en-US" sz="36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1"/>
          <p:cNvSpPr>
            <a:spLocks noGrp="1"/>
          </p:cNvSpPr>
          <p:nvPr/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 fontScale="90000"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</a:defRPr>
            </a:lvl1pPr>
          </a:lstStyle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altLang="en-US" sz="4800" spc="0">
                <a:solidFill>
                  <a:schemeClr val="tx1"/>
                </a:solidFill>
                <a:latin typeface="+mj-lt"/>
                <a:ea typeface="+mj-ea"/>
              </a:rPr>
              <a:t>中国的机遇与对策</a:t>
            </a:r>
            <a:endParaRPr lang="zh-CN" altLang="en-US" sz="4800" spc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Tx/>
              <a:buSzTx/>
            </a:pPr>
            <a:r>
              <a:rPr lang="zh-CN" altLang="en-US" sz="3600"/>
              <a:t>企业转型升级</a:t>
            </a:r>
            <a:endParaRPr lang="zh-CN" altLang="en-US" sz="3600"/>
          </a:p>
          <a:p>
            <a:pPr algn="l">
              <a:buClrTx/>
              <a:buSzTx/>
            </a:pPr>
            <a:r>
              <a:rPr lang="zh-CN" altLang="en-US" sz="3600"/>
              <a:t>我国产业结构升级</a:t>
            </a:r>
            <a:endParaRPr lang="zh-CN" altLang="en-US" sz="3600"/>
          </a:p>
          <a:p>
            <a:pPr algn="l">
              <a:buClrTx/>
              <a:buSzTx/>
            </a:pPr>
            <a:r>
              <a:rPr lang="zh-CN" altLang="en-US" sz="3600"/>
              <a:t>我国可以对外直接投资</a:t>
            </a:r>
            <a:endParaRPr lang="zh-CN" altLang="en-US" sz="3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</Words>
  <Application>WPS 演示</Application>
  <PresentationFormat>宽屏</PresentationFormat>
  <Paragraphs>20</Paragraphs>
  <Slides>4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8" baseType="lpstr">
      <vt:lpstr>Arial</vt:lpstr>
      <vt:lpstr>宋体</vt:lpstr>
      <vt:lpstr>Wingdings</vt:lpstr>
      <vt:lpstr>字魂59号-创粗黑</vt:lpstr>
      <vt:lpstr>黑体</vt:lpstr>
      <vt:lpstr>思源黑体 CN Light</vt:lpstr>
      <vt:lpstr>字魂58号-创中黑</vt:lpstr>
      <vt:lpstr>全字库正楷体</vt:lpstr>
      <vt:lpstr>等线</vt:lpstr>
      <vt:lpstr>微软雅黑</vt:lpstr>
      <vt:lpstr>Arial Unicode MS</vt:lpstr>
      <vt:lpstr>等线 Light</vt:lpstr>
      <vt:lpstr>Wingdings</vt:lpstr>
      <vt:lpstr>Office 主题​​</vt:lpstr>
      <vt:lpstr>PowerPoint 演示文稿</vt:lpstr>
      <vt:lpstr>中美关系</vt:lpstr>
      <vt:lpstr>对中国的消极影响</vt:lpstr>
      <vt:lpstr>中国的机遇与对策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简约论文答辩</dc:title>
  <dc:creator>甜甜 田</dc:creator>
  <cp:lastModifiedBy>王伟杰  恍然若梦 我心依旧</cp:lastModifiedBy>
  <cp:revision>21</cp:revision>
  <dcterms:created xsi:type="dcterms:W3CDTF">2019-06-08T16:00:00Z</dcterms:created>
  <dcterms:modified xsi:type="dcterms:W3CDTF">2021-12-12T04:29:17Z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D4B9FBE1EF3E446EAB0C7BEC91A8FA72</vt:lpwstr>
  </property>
  <property fmtid="{D5CDD505-2E9C-101B-9397-08002B2CF9AE}" pid="3" name="KSOProductBuildVer">
    <vt:lpwstr>2052-11.1.0.11115</vt:lpwstr>
  </property>
</Properties>
</file>